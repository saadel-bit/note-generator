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023360"/>
            <a:ext cx="2926080" cy="1645920"/>
          </a:xfrm>
          <a:prstGeom prst="rect">
            <a:avLst/>
          </a:prstGeom>
          <a:solidFill>
            <a:srgbClr val="3F2E3E">
              <a:alpha val="70000"/>
            </a:srgbClr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828800" cy="1097280"/>
          </a:xfrm>
          <a:prstGeom prst="rect">
            <a:avLst/>
          </a:prstGeom>
          <a:solidFill>
            <a:srgbClr val="3F2E3E">
              <a:alpha val="90000"/>
            </a:srgbClr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82880"/>
            <a:ext cx="2560320" cy="2011680"/>
          </a:xfrm>
          <a:prstGeom prst="rect">
            <a:avLst/>
          </a:prstGeom>
          <a:solidFill>
            <a:srgbClr val="3F2E3E">
              <a:alpha val="65000"/>
            </a:srgbClr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-182880"/>
            <a:ext cx="1371600" cy="1097280"/>
          </a:xfrm>
          <a:prstGeom prst="rect">
            <a:avLst/>
          </a:prstGeom>
          <a:solidFill>
            <a:srgbClr val="3F2E3E">
              <a:alpha val="85000"/>
            </a:srgbClr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960120"/>
            <a:ext cx="411480" cy="45720"/>
          </a:xfrm>
          <a:prstGeom prst="rect">
            <a:avLst/>
          </a:prstGeom>
          <a:solidFill>
            <a:srgbClr val="3F2E3E"/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069848"/>
            <a:ext cx="274320" cy="45720"/>
          </a:xfrm>
          <a:prstGeom prst="rect">
            <a:avLst/>
          </a:prstGeom>
          <a:solidFill>
            <a:srgbClr val="3F2E3E"/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179576"/>
            <a:ext cx="347472" cy="45720"/>
          </a:xfrm>
          <a:prstGeom prst="rect">
            <a:avLst/>
          </a:prstGeom>
          <a:solidFill>
            <a:srgbClr val="3F2E3E"/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289304"/>
            <a:ext cx="201168" cy="45720"/>
          </a:xfrm>
          <a:prstGeom prst="rect">
            <a:avLst/>
          </a:prstGeom>
          <a:solidFill>
            <a:srgbClr val="3F2E3E"/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399032"/>
            <a:ext cx="365760" cy="45720"/>
          </a:xfrm>
          <a:prstGeom prst="rect">
            <a:avLst/>
          </a:prstGeom>
          <a:solidFill>
            <a:srgbClr val="3F2E3E"/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07008"/>
            <a:ext cx="274320" cy="0"/>
          </a:xfrm>
          <a:prstGeom prst="line">
            <a:avLst/>
          </a:prstGeom>
          <a:noFill/>
          <a:ln w="25400">
            <a:solidFill>
              <a:srgbClr val="A782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88" y="96012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0368" y="96012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13248" y="96012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114300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114300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14300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132588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1325880"/>
            <a:ext cx="146304" cy="146304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325880"/>
            <a:ext cx="146304" cy="146304"/>
          </a:xfrm>
          <a:prstGeom prst="rect">
            <a:avLst/>
          </a:prstGeom>
          <a:solidFill>
            <a:srgbClr val="A78295">
              <a:alpha val="50000"/>
            </a:srgbClr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2542032"/>
            <a:ext cx="5486400" cy="22860"/>
          </a:xfrm>
          <a:prstGeom prst="rect">
            <a:avLst/>
          </a:prstGeom>
          <a:solidFill>
            <a:srgbClr val="A78295">
              <a:alpha val="50000"/>
            </a:srgbClr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16200000">
              <a:srgbClr val="A78295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400" kern="0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NoteWeaver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782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note brute au document professionnel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100" kern="0" dirty="0">
                <a:solidFill>
                  <a:srgbClr val="A782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intelligent de structuration automatique de notes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3F2E3E">
              <a:alpha val="80000"/>
            </a:srgbClr>
          </a:solidFill>
          <a:ln w="12700">
            <a:solidFill>
              <a:srgbClr val="3F2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4340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Présenté par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Prénom NOM · Prénom NOM · Prénom NOM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43434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Encadrant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Pr. Prénom NOM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434340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Année Universitaire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EFE1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–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NoteWeaver - Title Slide</dc:title>
  <dc:subject>PptxGenJS Presentation</dc:subject>
  <dc:creator>PptxGenJS</dc:creator>
  <cp:lastModifiedBy>PptxGenJS</cp:lastModifiedBy>
  <cp:revision>1</cp:revision>
  <dcterms:created xsi:type="dcterms:W3CDTF">2026-04-28T23:37:01Z</dcterms:created>
  <dcterms:modified xsi:type="dcterms:W3CDTF">2026-04-28T23:37:01Z</dcterms:modified>
</cp:coreProperties>
</file>