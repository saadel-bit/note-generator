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2377440" cy="347472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pour Développer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Multi-Agent IA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 à notre projet : AI Note Agent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81381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Eloukate  •  Noura Latifi  •  Hiba Sadki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académique — 2024 /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étapes clés pour construire votre système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124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5727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974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1124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82696" y="15727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développement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71616" y="10972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097280"/>
            <a:ext cx="26974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11896" y="11247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81344" y="15727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APIs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697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29535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(MVP)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72968" y="29260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26080"/>
            <a:ext cx="2697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72968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29535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82696" y="34015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71616" y="2926080"/>
            <a:ext cx="269748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926080"/>
            <a:ext cx="269748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971800"/>
            <a:ext cx="1828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11896" y="29535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81344" y="34015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Itération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71800" y="190195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0448" y="190195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71800" y="373075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70448" y="3730752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Conception Stratégique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clairement QUOI construire et POURQUOI, avant d'écrire la première ligne de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60520" cy="1261872"/>
          </a:xfrm>
          <a:prstGeom prst="rect">
            <a:avLst/>
          </a:prstGeom>
          <a:solidFill>
            <a:srgbClr val="1C2B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problème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4140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problème concret résolvons-nous ? Pour qui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notes désorganisées perdent du temps lors de la reformatation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60520" cy="1261872"/>
          </a:xfrm>
          <a:prstGeom prst="rect">
            <a:avLst/>
          </a:prstGeom>
          <a:solidFill>
            <a:srgbClr val="1C2B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21808" y="2029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4140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IA qui lit des notes brutes, les comprend et génère des documents Word professionnels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4160520" cy="1261872"/>
          </a:xfrm>
          <a:prstGeom prst="rect">
            <a:avLst/>
          </a:prstGeom>
          <a:solidFill>
            <a:srgbClr val="1C2B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stack technique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83133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API Groq (Llama) · python-docx · python-dotenv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4160520" cy="1261872"/>
          </a:xfrm>
          <a:prstGeom prst="rect">
            <a:avLst/>
          </a:prstGeom>
          <a:solidFill>
            <a:srgbClr val="1C2B3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3447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par phases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83133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MVP → Phase 2 Multi-types → Phase 3 Web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(toujours commencer simple, puis étendre)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Mise en place de l'Environnement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bien structuré dès le départ évite 80% des problèmes futurs.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Structure modulaire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5603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my-agent/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# Clés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# Orchestrateur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notes/        # Inputs 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output/       # Outputs .docx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    # Prompts 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apis/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classifier/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renderers/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validator.py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82880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82880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847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Sécurité des secrets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286000"/>
            <a:ext cx="25603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 .env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GROQ_API_KEY=sk-...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GEMINI_API_KEY=...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 contient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venv/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__pycache__/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output/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Jamais de clé sur GitHub 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82880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82880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847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Environnement virtuel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5603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Créer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 -m venv venv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Activer (Windows)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.\venv\Scripts\Activate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Installer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groq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python-docx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python-dotenv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freeze &gt; requirements.txt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Validation &amp; Connexion des APIs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APIs AVANT de coder le reste — ne jamais supposer que ça fonctionne.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840480" cy="1417320"/>
          </a:xfrm>
          <a:prstGeom prst="rect">
            <a:avLst/>
          </a:prstGeom>
          <a:solidFill>
            <a:srgbClr val="1C2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qu'on teste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script test_apis.py qui envoie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simple à chaque API 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Groq : « Say Groq is working 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: « Say Gemini is working 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4206240" cy="1417320"/>
          </a:xfrm>
          <a:prstGeom prst="rect">
            <a:avLst/>
          </a:prstGeom>
          <a:solidFill>
            <a:srgbClr val="1C204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Bugs réels rencontrés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groc installé au lieu de groq (typo)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google-generativeai déprécié → migrer vers google-genai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Modèles décommissionnés (gemini-1.5-flash → gemini-2.0-flash)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Quota Gemini 429 → pivot vers Groq seul pour V1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 leçon clé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APIs en isolation avant de les intégrer dans le pipeline.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blocage (quota, dépreciation), avoir un plan B — ici, pivot immédiat vers Groq uniquement.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Construire le Pipeline Central (MVP)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fonctionnel de bout en bout — d'abord pour UN seul type de note, puis on étend.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57276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901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brut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92808" y="2221992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39112" y="1874520"/>
            <a:ext cx="157276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901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224028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injecté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221992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58184" y="1874520"/>
            <a:ext cx="157276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58184" y="1901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03904" y="224028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30952" y="2221992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77256" y="1874520"/>
            <a:ext cx="157276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901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22976" y="224028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0024" y="2221992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96328" y="1874520"/>
            <a:ext cx="157276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96328" y="19019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42048" y="224028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 Word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74320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" y="31089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Retry Logic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" y="352044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tentatives automatiques si erreur réseau.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exponentiel : 1s → 2s → 4s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erreur JSON → arrêt immédiat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3017520"/>
            <a:ext cx="274320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28416" y="31089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Paramètres LLM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28416" y="352044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(faible créativité = réponses JSON stables)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= 1024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17336" y="3017520"/>
            <a:ext cx="274320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27064" y="310896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Nettoyage réponse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27064" y="3520440"/>
            <a:ext cx="2542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renvoie parfois ```json...```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nettoie les fences markdown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Puis json.loads() en dict Python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Intelligence Multi-Agents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ici que le système devient réellement multi-agent : chaque type de note = un agent spécialisé.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023360" cy="2971800"/>
          </a:xfrm>
          <a:prstGeom prst="rect">
            <a:avLst/>
          </a:prstGeom>
          <a:solidFill>
            <a:srgbClr val="1520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40233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 Classifier (chef d'orchestre)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Classifier Heuristique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les mots-clés du texte (meeting, todo, idea…)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+ confiance (0.0 à 1.0)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Coût : ZÉRO token, exécution instantanée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10712"/>
            <a:ext cx="3749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02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Classifier API (fallback)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confiance &lt; 0.3 → mini-prompt envoyé à Groq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Retourne {type, confidence}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Seulement si nécessaire 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160520" cy="2971800"/>
          </a:xfrm>
          <a:prstGeom prst="rect">
            <a:avLst/>
          </a:prstGeom>
          <a:solidFill>
            <a:srgbClr val="1520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874520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92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Les 6 Agents Spécialisés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359152"/>
            <a:ext cx="1920240" cy="64008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84848" y="2359152"/>
            <a:ext cx="1920240" cy="640080"/>
          </a:xfrm>
          <a:prstGeom prst="rect">
            <a:avLst/>
          </a:prstGeom>
          <a:solidFill>
            <a:srgbClr val="2E7D32">
              <a:alpha val="7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670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tâches / actions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127248"/>
            <a:ext cx="1920240" cy="640080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438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Idée, concept, proposition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84848" y="3127248"/>
            <a:ext cx="1920240" cy="640080"/>
          </a:xfrm>
          <a:prstGeom prst="rect">
            <a:avLst/>
          </a:prstGeom>
          <a:solidFill>
            <a:srgbClr val="6A1B9A">
              <a:alpha val="7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438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&amp; Réponse existante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895344"/>
            <a:ext cx="1920240" cy="640080"/>
          </a:xfrm>
          <a:prstGeom prst="rect">
            <a:avLst/>
          </a:prstGeom>
          <a:solidFill>
            <a:srgbClr val="00838F">
              <a:alpha val="7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8032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IA génère la réponse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84848" y="3895344"/>
            <a:ext cx="1920240" cy="640080"/>
          </a:xfrm>
          <a:prstGeom prst="rect">
            <a:avLst/>
          </a:prstGeom>
          <a:solidFill>
            <a:srgbClr val="455A64">
              <a:alpha val="70000"/>
            </a:srgbClr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931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de sécurité universel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Collaboration &amp; Itération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multi-agent se construit en équipe. Le code doit être partageable, évolutif et maintenable.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93192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393192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Versioning avec Git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Initialiser le dépôt local
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Exclure .env, venv/, output/
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clairs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"Phase 1: Core pipeline"
 "Phase 2: Multi-type agents"
</a:t>
            </a:r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Code accessible à toute l'équipe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160520" cy="306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828800"/>
            <a:ext cx="41605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56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Extensibilité modulaire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331720"/>
            <a:ext cx="3886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nouveau type de note 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51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Créer 1 template JSON + 1 renderer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Aucun autre fichier à modifier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27832"/>
            <a:ext cx="3886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d'API LLM 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5478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Modifier seulement src/apis/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 reste du code est inchangé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123944"/>
            <a:ext cx="38862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4169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coéquipier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44439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git clone + 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créer son propre .env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5038344"/>
            <a:ext cx="3886200" cy="0"/>
          </a:xfrm>
          <a:prstGeom prst="rect">
            <a:avLst/>
          </a:prstGeom>
          <a:solidFill>
            <a:srgbClr val="F8FAFC"/>
          </a:solidFill>
          <a:ln w="12700">
            <a:solidFill>
              <a:srgbClr val="60A5F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Les Piliers d'une Crew d'Agents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247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Modularité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spécialisé par type de tâche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(template + renderer indépendants)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1078992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78992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1247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orchestrateur route vers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agent automatiquement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1078992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078992"/>
            <a:ext cx="274320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1247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Tolérance aux pannes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1554480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· Fallback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'default' si aucun agent ne correspond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266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Économie de ressources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 gratuite d'abord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seulement si nécessaire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2980944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980944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0266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Extensibilité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345643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type = 2 fichiers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modification du code existant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71616" y="2980944"/>
            <a:ext cx="2743200" cy="1719072"/>
          </a:xfrm>
          <a:prstGeom prst="rect">
            <a:avLst/>
          </a:prstGeom>
          <a:solidFill>
            <a:srgbClr val="1A2535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980944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0266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Séparation des rôles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63056" y="3456432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compréhension (cerveau)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= mise en forme (mains)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274320"/>
            <a:ext cx="3474720" cy="347472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6 étapes 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7548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4650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73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stratégique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7548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4650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773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l'environnement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7548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8658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140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APIs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7548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8658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4140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pipeline (MVP)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75488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266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0540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multi-agents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75488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0266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0540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itération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 Eloukate  •  Noura Latifi  •  Hiba Sadki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0" y="3246120"/>
            <a:ext cx="2011680" cy="749808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29184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2026-04-28T20:05:50Z</dcterms:created>
  <dcterms:modified xsi:type="dcterms:W3CDTF">2026-04-28T20:05:50Z</dcterms:modified>
</cp:coreProperties>
</file>