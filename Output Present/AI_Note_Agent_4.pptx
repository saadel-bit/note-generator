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1D1"/>
    <a:srgbClr val="FFF5F5"/>
    <a:srgbClr val="A78295"/>
    <a:srgbClr val="331D2C"/>
    <a:srgbClr val="37353E"/>
    <a:srgbClr val="4D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89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356616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388620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206240"/>
            <a:ext cx="91440" cy="914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57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</a:rPr>
              <a:t>PROJET FIN DE SEMESTRE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457200" y="2029968"/>
            <a:ext cx="5303520" cy="41148"/>
          </a:xfrm>
          <a:prstGeom prst="rect">
            <a:avLst/>
          </a:prstGeom>
          <a:solidFill>
            <a:srgbClr val="8EA8C3">
              <a:alpha val="60000"/>
            </a:srgbClr>
          </a:solidFill>
          <a:ln w="12700">
            <a:solidFill>
              <a:srgbClr val="8EA8C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029968"/>
            <a:ext cx="1737360" cy="411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note brute au document professionnel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structuration automatique de notes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5120640" cy="150876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" y="33101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X — Filière Informatique &amp; IA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" y="3694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[Nom de l'encadrant]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40782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Semestre 2 — 2024 / 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148840" cy="27432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1737360"/>
            <a:ext cx="15544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993392"/>
            <a:ext cx="109728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2249424"/>
            <a:ext cx="137160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29400" y="2505456"/>
            <a:ext cx="82296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2761488"/>
            <a:ext cx="1188720" cy="91440"/>
          </a:xfrm>
          <a:prstGeom prst="rect">
            <a:avLst/>
          </a:prstGeom>
          <a:solidFill>
            <a:srgbClr val="8EA8C3">
              <a:alpha val="70000"/>
            </a:srgbClr>
          </a:solidFill>
          <a:ln w="12700">
            <a:solidFill>
              <a:srgbClr val="8EA8C3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3063240"/>
            <a:ext cx="0" cy="45720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493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</a:rPr>
              <a:t>▼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📄 .docx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1D2C"/>
          </a:solidFill>
          <a:ln w="12700">
            <a:solidFill>
              <a:srgbClr val="331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FE1D1"/>
          </a:solidFill>
          <a:ln w="12700">
            <a:solidFill>
              <a:srgbClr val="EFE1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984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anose="00000800000000000000" pitchFamily="2" charset="0"/>
                <a:ea typeface="Calibri" pitchFamily="34" charset="-122"/>
                <a:cs typeface="Calibri" pitchFamily="34" charset="-120"/>
              </a:rPr>
              <a:t>Problématique &amp; Introduction</a:t>
            </a:r>
            <a:endParaRPr lang="en-US" sz="2400" dirty="0">
              <a:latin typeface="Montserrat Bold" panose="000008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520440"/>
          </a:xfrm>
          <a:prstGeom prst="roundRect">
            <a:avLst>
              <a:gd name="adj" fmla="val 4492"/>
            </a:avLst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47472"/>
          </a:xfrm>
          <a:prstGeom prst="round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  Le Problème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Les notes prises à la volée sont désorganisées (abréviations, dates informelles, texte libre)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Des heures perdues chaque semaine à reformater manuellement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Perte d'informations importantes lors du recopiage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Difficulté de partage et de relecture pour les équipes</a:t>
            </a:r>
            <a:endParaRPr lang="en-US" sz="1400" dirty="0"/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ea typeface="Calibri" pitchFamily="34" charset="-122"/>
                <a:cs typeface="Calibri" pitchFamily="34" charset="-120"/>
              </a:rPr>
              <a:t>Aucune cohérence de format entre les membres d'un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170432"/>
            <a:ext cx="4114800" cy="3520440"/>
          </a:xfrm>
          <a:prstGeom prst="roundRect">
            <a:avLst>
              <a:gd name="adj" fmla="val 5574"/>
            </a:avLst>
          </a:prstGeom>
          <a:solidFill>
            <a:srgbClr val="FFF5F5"/>
          </a:solidFill>
          <a:ln w="12700">
            <a:solidFill>
              <a:srgbClr val="EFE1D1"/>
            </a:solidFill>
            <a:prstDash val="solid"/>
          </a:ln>
          <a:effectLst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114800" cy="347472"/>
          </a:xfrm>
          <a:prstGeom prst="roundRect">
            <a:avLst/>
          </a:prstGeom>
          <a:solidFill>
            <a:srgbClr val="A78295"/>
          </a:solidFill>
          <a:ln w="12700">
            <a:solidFill>
              <a:srgbClr val="A782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anose="00000800000000000000" pitchFamily="2" charset="0"/>
              </a:rPr>
              <a:t>Notre Solution</a:t>
            </a:r>
            <a:endParaRPr lang="en-US" sz="1200" dirty="0">
              <a:latin typeface="Montserrat Bold" panose="000008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627632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Un agent IA autonome qui lit, comprend et classifie chaque note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Détection intelligente du type : réunion, idée, todo, Q&amp;A, question,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défaut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Structuration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intelligente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400" dirty="0" err="1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 type.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Export immédiat en document Word “.docx” formaté, coloré, professionnel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4E3D"/>
                </a:solidFill>
                <a:ea typeface="Calibri" pitchFamily="34" charset="-122"/>
                <a:cs typeface="Calibri" pitchFamily="34" charset="-120"/>
              </a:rPr>
              <a:t>Meilleur structuration des notes.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31D2C"/>
          </a:solidFill>
          <a:ln w="12700">
            <a:solidFill>
              <a:srgbClr val="4D17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71600" y="476440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Agent</a:t>
            </a:r>
            <a:endParaRPr lang="en-US" sz="1300" dirty="0">
              <a:solidFill>
                <a:srgbClr val="EFE1D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80560" y="4828032"/>
            <a:ext cx="0" cy="228600"/>
          </a:xfrm>
          <a:prstGeom prst="line">
            <a:avLst/>
          </a:prstGeom>
          <a:ln>
            <a:solidFill>
              <a:srgbClr val="EFE1D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8" name="Text 16"/>
          <p:cNvSpPr/>
          <p:nvPr/>
        </p:nvSpPr>
        <p:spPr>
          <a:xfrm>
            <a:off x="5852160" y="4745355"/>
            <a:ext cx="1920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E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28 Avril 2026</a:t>
            </a:r>
            <a:endParaRPr lang="en-US" sz="1300" dirty="0">
              <a:solidFill>
                <a:srgbClr val="EFE1D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Système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— 6 couches indépendantes et extensibles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316736"/>
            <a:ext cx="566928" cy="566928"/>
          </a:xfrm>
          <a:prstGeom prst="ellipse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78992" y="1380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.txt bruts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7899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brutes déposées dans notes/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78992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316736"/>
            <a:ext cx="566928" cy="566928"/>
          </a:xfrm>
          <a:prstGeom prst="ellipse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16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13832" y="1170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513832" y="13807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Heuristique + 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13832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 → type détecté (+ fallback Groq)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40864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578608"/>
            <a:ext cx="566928" cy="566928"/>
          </a:xfrm>
          <a:prstGeom prst="ellipse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7899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JSON dynamiques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7899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templates : meeting, idea, todo, qa, question, default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5740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340864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18888" y="2578608"/>
            <a:ext cx="566928" cy="566928"/>
          </a:xfrm>
          <a:prstGeom prst="ellipse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13832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13832" y="26426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Groq (Llama 3.1)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13832" y="29352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 + nettoyage markdown fences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34381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602736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840480"/>
            <a:ext cx="566928" cy="5669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7899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7899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&amp; nettoyage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7899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requis + valeurs par défaut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602736"/>
            <a:ext cx="40690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5C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3840480"/>
            <a:ext cx="566928" cy="566928"/>
          </a:xfrm>
          <a:prstGeom prst="ellipse">
            <a:avLst/>
          </a:prstGeom>
          <a:solidFill>
            <a:srgbClr val="5C1A2A"/>
          </a:solidFill>
          <a:ln w="12700">
            <a:solidFill>
              <a:srgbClr val="5C1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13832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513832" y="3904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.docx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13832" y="41970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: styles, couleurs, tableaux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17520" y="4663440"/>
            <a:ext cx="3108960" cy="320040"/>
          </a:xfrm>
          <a:prstGeom prst="rect">
            <a:avLst/>
          </a:prstGeom>
          <a:solidFill>
            <a:srgbClr val="00C9A7">
              <a:alpha val="8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📦  Sortie : documents .docx structurés dans output/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Global de l'Agent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.txt brut chargé depuis notes/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5331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99616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961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9961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du type de note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96896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72384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72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743200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98064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prompt adapté au type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86784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15968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86784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86784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Groq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041648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en JSON via Llama 3.1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30368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59552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30368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30368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85232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vérification des champs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27648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73952" y="1188720"/>
            <a:ext cx="1133856" cy="3200400"/>
          </a:xfrm>
          <a:prstGeom prst="rect">
            <a:avLst/>
          </a:prstGeom>
          <a:solidFill>
            <a:srgbClr val="1A4A3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129844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73952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473952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28816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du document Word mis en forme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571232" y="2697480"/>
            <a:ext cx="146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→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17536" y="1188720"/>
            <a:ext cx="1133856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046720" y="1298448"/>
            <a:ext cx="457200" cy="4572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</a:rPr>
              <a:t>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17536" y="1847088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717536" y="239572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772400" y="2761488"/>
            <a:ext cx="1024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.docx sauvegardé dans output/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92400E"/>
                </a:solidFill>
              </a:rPr>
              <a:t>INPUT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36992" y="452628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065F46"/>
                </a:solidFill>
              </a:rPr>
              <a:t>OUTPUT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Classification Intelligente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stratégie : économie de tokens + robustesse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069080" cy="3063240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Heuristique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PRIORITAIRE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3035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mots-clés dans le texte brut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meet, réunion → meeting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todo, tâche, urgent → todo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pourquoi → question_only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0 token — instantané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078992"/>
            <a:ext cx="4069080" cy="306324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4A2A1A"/>
          </a:solidFill>
          <a:ln w="12700">
            <a:solidFill>
              <a:srgbClr val="4A2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API (Groq)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1612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0F1B2D"/>
                </a:solidFill>
              </a:rPr>
              <a:t>FALLBACK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65192" y="15544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si confiance heuristique &lt; seuil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du texte à Llama 3.1 pour analyse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 type JSON + niveau de confiance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 pour les notes ambiguës / mixtes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~50 tokens par classification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841248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A7"/>
                </a:solidFill>
              </a:rPr>
              <a:t>Exemples 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8132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"meet w alice bob"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meeting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6440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fix..."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question_only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4748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 milk, call bob"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todo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30568" y="4315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"texte mixte"</a:t>
            </a:r>
            <a:r>
              <a:rPr lang="en-US" sz="9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default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Templates Dynamiques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664208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51760" cy="365760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date, participants,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action_items, summary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1097280"/>
            <a:ext cx="2651760" cy="1664208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97280"/>
            <a:ext cx="2651760" cy="365760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tasks[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priority, due_date,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25896" y="1097280"/>
            <a:ext cx="2651760" cy="1664208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97280"/>
            <a:ext cx="2651760" cy="365760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17336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17336" y="1508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17336" y="17190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description,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potential, next_steps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2651760" cy="1664208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71800"/>
            <a:ext cx="2651760" cy="36576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answer, confidence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971800"/>
            <a:ext cx="2651760" cy="1664208"/>
          </a:xfrm>
          <a:prstGeom prst="rect">
            <a:avLst/>
          </a:prstGeom>
          <a:solidFill>
            <a:srgbClr val="FFF1F2"/>
          </a:solidFill>
          <a:ln w="19050">
            <a:solidFill>
              <a:srgbClr val="5C1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971800"/>
            <a:ext cx="2651760" cy="365760"/>
          </a:xfrm>
          <a:prstGeom prst="rect">
            <a:avLst/>
          </a:prstGeom>
          <a:solidFill>
            <a:srgbClr val="5C1A2A"/>
          </a:solidFill>
          <a:ln w="12700">
            <a:solidFill>
              <a:srgbClr val="5C1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questions[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question, context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25896" y="2971800"/>
            <a:ext cx="2651760" cy="1664208"/>
          </a:xfrm>
          <a:prstGeom prst="rect">
            <a:avLst/>
          </a:prstGeom>
          <a:solidFill>
            <a:srgbClr val="F8FAFC"/>
          </a:solidFill>
          <a:ln w="1905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25896" y="2971800"/>
            <a:ext cx="265176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33832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extraits 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17336" y="35935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summary,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content_blocks, tags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FF9C4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Chaque template est un fichier Python indépendant → ajouter un nouveau type = créer 1 fichier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Appel API &amp; Gestion d'Erreurs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6052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Flux d'appel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construit avec le template JSON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1709928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30352" y="1929384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client.chat.completions.create()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" y="2221992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0352" y="2441448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459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reçue (text brut)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" y="2734056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0352" y="2953512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fences markdown ``` json ```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" y="3246120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30352" y="3465576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483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json.loads() → dict Python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" y="3758184"/>
            <a:ext cx="0" cy="237744"/>
          </a:xfrm>
          <a:prstGeom prst="line">
            <a:avLst/>
          </a:prstGeom>
          <a:noFill/>
          <a:ln w="12700">
            <a:solidFill>
              <a:srgbClr val="00C9A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30352" y="397764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995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au validateur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896112"/>
            <a:ext cx="4160520" cy="3977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Gestion d'Erreurs &amp; Résilience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426464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463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ConnectionError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×3 avec sleep(2s) entre chaque tentative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048256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0848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46320" y="2295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immédiat, retour None (pas de retry)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70048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8EA8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7066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A8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2916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Re-raise → remonter à l'appelant pour diagnostic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291840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3284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9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invalide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3538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fences markdown + second parsing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913632"/>
            <a:ext cx="3931920" cy="493776"/>
          </a:xfrm>
          <a:prstGeom prst="rect">
            <a:avLst/>
          </a:prstGeom>
          <a:solidFill>
            <a:srgbClr val="0F1B2D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950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Champs manquants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160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 injectées par le validateur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Rendu Document Word (.docx)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691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65760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Mise en forme professionnelle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centrés avec styles Heading 1/2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à puces formatées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par priorité (rouge/orange/vert)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confiance pour Q&amp;A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60520" cy="1691640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60520" cy="365760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Tableaux colorés (Todo)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55464" y="150876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colorés en bleu marine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: Tâche / Priorité / Date / Statut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Couleurs conditionnelles par priorité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ligne claire/foncée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60520" cy="365760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modulaire python-docx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renderer dédié par type de note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réutilisables entre templates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facile de nouvelles mises en forme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100% Python natif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27448" y="2971800"/>
            <a:ext cx="4160520" cy="1691640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2971800"/>
            <a:ext cx="4160520" cy="365760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971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Résultat immédiatement utilisable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5464" y="338328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Word, LibreOffice, Google Docs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 (pas juste du texte)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fichier automatique depuis le titre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output/ organisé et lisible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F1B2D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Librairie : python-docx  |  Aucune dépendance Microsoft Office requise  |  100% open source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Résultats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86200" cy="397764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862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AVANT — Note brute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jan 15 meet w alice bob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goals + fix auth bug!!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next week??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alice: check the logs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bob: update readme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dont forget standup tmrw 9am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budget review pending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mgr about Q2 roadmap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25603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A7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06240" y="31821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83480" y="868680"/>
            <a:ext cx="3886200" cy="3977640"/>
          </a:xfrm>
          <a:prstGeom prst="rect">
            <a:avLst/>
          </a:prstGeom>
          <a:solidFill>
            <a:srgbClr val="071A12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868680"/>
            <a:ext cx="38862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APRÈS — Document .docx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1298448"/>
            <a:ext cx="36210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 de Réunion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Janvier 2024
</a:t>
            </a:r>
            <a:endParaRPr lang="en-US" sz="1200" dirty="0"/>
          </a:p>
          <a:p>
            <a:pPr marL="0" indent="0">
              <a:buNone/>
            </a:pPr>
            <a:r>
              <a:rPr lang="en-US" sz="95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: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Alice, Bob
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objectifs Q1 et
identification des blocages.
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à mener
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Corriger le bug d'authentification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Déployer en semaine prochaine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Vérifier les logs (Alice)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Mettre à jour le README (Bob)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Q2 : planifier revue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Outils, Technologies &amp; Apprentissages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69080" cy="1719072"/>
          </a:xfrm>
          <a:prstGeom prst="rect">
            <a:avLst/>
          </a:prstGeom>
          <a:solidFill>
            <a:srgbClr val="EFF6FF"/>
          </a:solidFill>
          <a:ln w="19050">
            <a:solidFill>
              <a:srgbClr val="1E5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069080" cy="347472"/>
          </a:xfrm>
          <a:prstGeom prst="rect">
            <a:avLst/>
          </a:prstGeom>
          <a:solidFill>
            <a:srgbClr val="1E5A8A"/>
          </a:solidFill>
          <a:ln w="12700">
            <a:solidFill>
              <a:srgbClr val="1E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Technologies utilisées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805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langage principal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3.1) — moteur IA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— génération Word native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— gestion des clés API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contrôle de version &amp; collaboration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069080" cy="1719072"/>
          </a:xfrm>
          <a:prstGeom prst="rect">
            <a:avLst/>
          </a:prstGeom>
          <a:solidFill>
            <a:srgbClr val="F0FDF4"/>
          </a:solidFill>
          <a:ln w="19050">
            <a:solidFill>
              <a:srgbClr val="1A5C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4069080" cy="347472"/>
          </a:xfrm>
          <a:prstGeom prst="rect">
            <a:avLst/>
          </a:prstGeom>
          <a:solidFill>
            <a:srgbClr val="1A5C4A"/>
          </a:solidFill>
          <a:ln w="12700">
            <a:solidFill>
              <a:srgbClr val="1A5C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Concepts maîtrisés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37176" y="1481328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structuration JSON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&amp; séparation concerns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d'API avec retry logic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+ validation de schéma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 texte (heuristique + IA)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069080" cy="1719072"/>
          </a:xfrm>
          <a:prstGeom prst="rect">
            <a:avLst/>
          </a:prstGeom>
          <a:solidFill>
            <a:srgbClr val="FFFBEB"/>
          </a:solidFill>
          <a:ln w="19050">
            <a:solidFill>
              <a:srgbClr val="5C4A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26080"/>
            <a:ext cx="4069080" cy="347472"/>
          </a:xfrm>
          <a:prstGeom prst="rect">
            <a:avLst/>
          </a:prstGeom>
          <a:solidFill>
            <a:srgbClr val="5C4A1A"/>
          </a:solidFill>
          <a:ln w="12700">
            <a:solidFill>
              <a:srgbClr val="5C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Méthodologie de développement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: pipeline core (1 type)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: extension multi-types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équipe avec branches Git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(venv)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sur notes réelles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069080" cy="1719072"/>
          </a:xfrm>
          <a:prstGeom prst="rect">
            <a:avLst/>
          </a:prstGeom>
          <a:solidFill>
            <a:srgbClr val="FAF5FF"/>
          </a:solidFill>
          <a:ln w="19050">
            <a:solidFill>
              <a:srgbClr val="4A1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26080"/>
            <a:ext cx="4069080" cy="347472"/>
          </a:xfrm>
          <a:prstGeom prst="rect">
            <a:avLst/>
          </a:prstGeom>
          <a:solidFill>
            <a:srgbClr val="4A1A5C"/>
          </a:solidFill>
          <a:ln w="12700">
            <a:solidFill>
              <a:srgbClr val="4A1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Compétences transversales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37176" y="3328416"/>
            <a:ext cx="38221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sécurisée des clés API (.env)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contenu / présentation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et README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code entre membres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tokens (routage API)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8412480" cy="1024128"/>
          </a:xfrm>
          <a:prstGeom prst="rect">
            <a:avLst/>
          </a:prstGeom>
          <a:solidFill>
            <a:srgbClr val="1E3A5F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32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Bilan — Ce que nous avons livré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fonctionnel de bout en bout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notes supportés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extensible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propre, commenté, versionné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Prochaines étapes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REST + frontend navigateur pour usage sans terminal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8775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Multi-API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75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Réintégration Gemini Flash pour routage intelligent et économie de tokens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📸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73659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Images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3659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 notes manuscrites et photos via reconnaissance optique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2423160"/>
            <a:ext cx="2011680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2423160"/>
            <a:ext cx="2011680" cy="320040"/>
          </a:xfrm>
          <a:prstGeom prst="rect">
            <a:avLst/>
          </a:prstGeom>
          <a:solidFill>
            <a:srgbClr val="2A1A00"/>
          </a:solidFill>
          <a:ln w="12700">
            <a:solidFill>
              <a:srgbClr val="2A1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4231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V3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12280" y="2816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85432" y="32461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&amp; BDD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85432" y="3547872"/>
            <a:ext cx="18653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notes structurées, recherche et export en lot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: évoluer vers un assistant de productivité complet, accessible via navigateur, utilisable par tous.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C9A7">
              <a:alpha val="1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926080" y="1664208"/>
            <a:ext cx="3291840" cy="502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Note Agent — Projet de Fin de Semestre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331720"/>
            <a:ext cx="2286000" cy="22860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317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2926080" y="4663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236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1732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9244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37360" y="29260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91440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246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23444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37360" y="35661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55448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1246</Words>
  <Application>Microsoft Office PowerPoint</Application>
  <PresentationFormat>On-screen Show (16:9)</PresentationFormat>
  <Paragraphs>276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Courier New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Note Agent</dc:title>
  <dc:subject>PptxGenJS Presentation</dc:subject>
  <dc:creator>Équipe AI Note Agent</dc:creator>
  <cp:lastModifiedBy>saad elouakate</cp:lastModifiedBy>
  <cp:revision>5</cp:revision>
  <dcterms:created xsi:type="dcterms:W3CDTF">2026-04-27T21:58:12Z</dcterms:created>
  <dcterms:modified xsi:type="dcterms:W3CDTF">2026-04-28T21:23:29Z</dcterms:modified>
</cp:coreProperties>
</file>